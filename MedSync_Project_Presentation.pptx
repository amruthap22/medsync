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054577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Calibri"/>
              </a:defRPr>
            </a:pPr>
            <a:r>
              <a:t>MedSync</a:t>
            </a:r>
          </a:p>
          <a:p>
            <a:pPr>
              <a:defRPr sz="1400" b="1">
                <a:solidFill>
                  <a:srgbClr val="0284C7"/>
                </a:solidFill>
                <a:latin typeface="Calibri"/>
              </a:defRPr>
            </a:pPr>
            <a:r>
              <a:t>Patients • Doctors • Better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Calibri"/>
              </a:defRPr>
            </a:pPr>
            <a:r>
              <a:t>Advanced Patient–Doctor Medication Coordination System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Consent-Gated Clinical Platform with Automated Adherence Tracking, Doctor Record Access, Google Maps Geolocation Radar, and Multimodal AI Assistant.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Final Year Master of Computer Applications (MCA) Project Presentation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Candidate Name: Amrutha   |   Role: System Architect &amp; Full-Stack Developer</a:t>
            </a:r>
            <a:br/>
            <a:r>
              <a:t>Technology: React.js, Tailwind CSS, Python FastAPI, SQLite3, Google Maps Platform &amp; Speech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CLINICAL CONTEXT &amp; RESEARCH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&amp; Clinical Motivation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Medication Non-Adherence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WHO studies show 50% of chronic patients fail to take medications as prescribed.</a:t>
            </a:r>
            <a:br/>
            <a:br/>
            <a:r>
              <a:t>• Missed doses and incorrect timing cause preventable hospitalizations, relapses, and billions in annual healthcare overhead.</a:t>
            </a:r>
            <a:br/>
            <a:br/>
            <a:r>
              <a:t>• Paper-based schedules and memory reliance lead to low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Clinical Visibility Disconnect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Doctors have zero visibility into daily medication habits between visits.</a:t>
            </a:r>
            <a:br/>
            <a:br/>
            <a:r>
              <a:t>• Consultations rely on patient recall rather than objective intake telemetry.</a:t>
            </a:r>
            <a:br/>
            <a:br/>
            <a:r>
              <a:t>• Drug-drug interactions and dosage conflicts go undetected until adverse symptoms manifest.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Data Silos &amp; Insecure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Health records remain locked within disparate clinical software systems.</a:t>
            </a:r>
            <a:br/>
            <a:br/>
            <a:r>
              <a:t>• Patients struggle to share comprehensive medical records with attending specialists.</a:t>
            </a:r>
            <a:br/>
            <a:br/>
            <a:r>
              <a:t>• Lack of consent-gated privacy controls exposes records or prevents authorized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PROJECT OBJECTIVES &amp;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Proposed Solution: The MedSync Ecosystem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Unified Patient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Interactive dosage reminders, automated adherence analytics, prescription vaults, and 1-click dose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Practitioner Clinical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Doctor patient lookup by ID, treatment timeline visualization, drug interaction monitoring, and appointment scheduling.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Standardized Patient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Secure UUID-based identifier (e.g. MED-P-7K92X) ensuring tamper-proof patient identity without exposing private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Consent-Gated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Strict patient-authorized access workflows with tamper-evident audit logging and instant revocation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23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Geolocation 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Browser geolocation paired with Google Maps &amp; Places API to discover and navigate to nearby specialists in real-time.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023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Multimodal AI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Conversational clinical health assistant with Speech-to-Text and Text-to-Speech audio readout for hands-free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SYSTEM DESIGN &amp;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3-Tier System Architecture &amp; Technology Stack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React.js 18 + Vite:</a:t>
            </a:r>
            <a:br/>
            <a:r>
              <a:t>  High-speed component rendering, fast HMR.</a:t>
            </a:r>
            <a:br/>
            <a:br/>
            <a:r>
              <a:t>• Tailwind CSS + Custom Design System:</a:t>
            </a:r>
            <a:br/>
            <a:r>
              <a:t>  Soft ice-blue healthcare theme, accessible contrast, smooth transitions.</a:t>
            </a:r>
            <a:br/>
            <a:br/>
            <a:r>
              <a:t>• Lucide Vector Icons:</a:t>
            </a:r>
            <a:br/>
            <a:r>
              <a:t>  Crisp clinical iconography across all 9 dashboard tabs.</a:t>
            </a:r>
            <a:br/>
            <a:br/>
            <a:r>
              <a:t>• Web Speech API:</a:t>
            </a:r>
            <a:br/>
            <a:r>
              <a:t>  Continuous voice recognition and speech 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Application &amp; 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Python FastAPI Framework:</a:t>
            </a:r>
            <a:br/>
            <a:r>
              <a:t>  High-performance async ASGI server powered by Uvicorn.</a:t>
            </a:r>
            <a:br/>
            <a:br/>
            <a:r>
              <a:t>• RESTful Endpoints:</a:t>
            </a:r>
            <a:br/>
            <a:r>
              <a:t>  Auth, dose telemetry, appointments, prescriptions, and audit streams.</a:t>
            </a:r>
            <a:br/>
            <a:br/>
            <a:r>
              <a:t>• Pydantic Schema Validation:</a:t>
            </a:r>
            <a:br/>
            <a:r>
              <a:t>  Strict request/response type validation and sanitization.</a:t>
            </a:r>
            <a:br/>
            <a:br/>
            <a:r>
              <a:t>• CORS &amp; Session Security:</a:t>
            </a:r>
            <a:br/>
            <a:r>
              <a:t>  Token authorization and role-based access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Database &amp; External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Relational Database (SQLite3 / Firestore):</a:t>
            </a:r>
            <a:br/>
            <a:r>
              <a:t>  ACID-compliant tables for patients, doctors, adherence records, and audit logs.</a:t>
            </a:r>
            <a:br/>
            <a:br/>
            <a:r>
              <a:t>• Google Maps JavaScript API:</a:t>
            </a:r>
            <a:br/>
            <a:r>
              <a:t>  Interactive vector maps with customized medical marker pins.</a:t>
            </a:r>
            <a:br/>
            <a:br/>
            <a:r>
              <a:t>• Google Places API (New):</a:t>
            </a:r>
            <a:br/>
            <a:r>
              <a:t>  Radius queries (3km-20km) filtering clinics, GPs, cardiologists.</a:t>
            </a:r>
            <a:br/>
            <a:br/>
            <a:r>
              <a:t>• Google Routes &amp; Directions API:</a:t>
            </a:r>
            <a:br/>
            <a:r>
              <a:t>  Real-time driving, walking, and transit turn-by-turn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PATIENT IDENTITY &amp; ACCESS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Unique Patient ID Generation &amp; Registration Pass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Secure Patient ID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Automated ID Provisioning:</a:t>
            </a:r>
            <a:br/>
            <a:r>
              <a:t>  During registration, MedSync generates a unique, non-guessable Patient ID in readable clinical format: MED-P-XXXXXXXX (e.g. MED-P-7K92X).</a:t>
            </a:r>
            <a:br/>
            <a:br/>
            <a:r>
              <a:t>• Collision-Proof Database Guarantee:</a:t>
            </a:r>
            <a:br/>
            <a:r>
              <a:t>  Stored permanently in the patient profile database; duplicate IDs are cryptographically prevented.</a:t>
            </a:r>
            <a:br/>
            <a:br/>
            <a:r>
              <a:t>• Digital ID Pass Card Screen:</a:t>
            </a:r>
            <a:br/>
            <a:r>
              <a:t>  Instant celebration view upon successful registration offering Copy ID, Download Digital ID Pass file, and Share with Doctor.</a:t>
            </a:r>
            <a:br/>
            <a:br/>
            <a:r>
              <a:t>• Persistence:</a:t>
            </a:r>
            <a:br/>
            <a:r>
              <a:t>  Remains permanent across sessions, logins, and device restarts.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Privacy &amp; Security Safeguards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Zero-Knowledge Identification:</a:t>
            </a:r>
            <a:br/>
            <a:r>
              <a:t>  A Patient ID identifies the patient profile only; it NEVER grants record access on its own.</a:t>
            </a:r>
            <a:br/>
            <a:br/>
            <a:r>
              <a:t>• Two-Party Consent Workflow:</a:t>
            </a:r>
            <a:br/>
            <a:r>
              <a:t>  Attending doctors must enter the ID and formally request access. Medical records remain completely locked until the patient approves the request.</a:t>
            </a:r>
            <a:br/>
            <a:br/>
            <a:r>
              <a:t>• Revocation at Will:</a:t>
            </a:r>
            <a:br/>
            <a:r>
              <a:t>  Patients retain absolute ownership and can revoke active doctor access at any time from their dashboard.</a:t>
            </a:r>
            <a:br/>
            <a:br/>
            <a:r>
              <a:t>• Tamper-Proof Audit Logging:</a:t>
            </a:r>
            <a:br/>
            <a:r>
              <a:t>  Every query, record view, and consent grant is stamped with an immutable ISO audit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PATIENT EXPERIENCE &amp; CLINICAL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Advanced Patient Dashboard &amp; Adherence Analytics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Personalized Health 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Dynamic greeting ('Good Morning, Amrutha!') with verified Patient ID capsule (MED-P-7K92X) and instant copy button.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Next Dose &amp; Metric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Hero next-dose countdown (2:00 PM Paracetamol 500mg), upcoming doctor appointment, and 87% weekly adherence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Interactive Schedule &amp;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Real-time dose logging with Taken/Upcoming status pills, food instructions (Before/After meals), and refill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Weekly Adherence Bar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Interactive Mon-Sun telemetry bar chart visualizing adherence rates, missed doses, and motivational health tips.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DOCTOR PORTAL &amp;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Doctor Hub &amp; Clinical Medical History Access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Doctor Command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Practitioner Summary Metrics:</a:t>
            </a:r>
            <a:br/>
            <a:r>
              <a:t>  Total Patients (248, +12%), Today's Appointments (8), Pending Requests (5), and Urgent Alerts (3).</a:t>
            </a:r>
            <a:br/>
            <a:br/>
            <a:r>
              <a:t>• Today's Appointments Queue:</a:t>
            </a:r>
            <a:br/>
            <a:r>
              <a:t>  Organized by scheduled times (09:30 AM, 10:30 AM) with patient avatars, consultation types (General Checkup, Follow-up), and Confirmed/Pending badges.</a:t>
            </a:r>
            <a:br/>
            <a:br/>
            <a:r>
              <a:t>• Patient Insights (AI):</a:t>
            </a:r>
            <a:br/>
            <a:r>
              <a:t>  Real-time patient adherence gauge (78%), drug interaction detection, and missed dose frequency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Patient Lookup by ID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ID Search Bar:</a:t>
            </a:r>
            <a:br/>
            <a:r>
              <a:t>  Doctor queries patient record by entering Patient ID (e.g. MED-P-7K92X).</a:t>
            </a:r>
            <a:br/>
            <a:br/>
            <a:r>
              <a:t>• Authorization &amp; Consent Verification:</a:t>
            </a:r>
            <a:br/>
            <a:r>
              <a:t>  System checks if consent is Active, Pending, or Revoked. Only authorized doctors can access detailed charts.</a:t>
            </a:r>
            <a:br/>
            <a:br/>
            <a:r>
              <a:t>• Clinical History View:</a:t>
            </a:r>
            <a:br/>
            <a:r>
              <a:t>  Displays active prescriptions, drug allergies (Penicillin, Latex), diagnostic reports, treatment notes, and visit history.</a:t>
            </a:r>
            <a:br/>
            <a:br/>
            <a:r>
              <a:t>• Audit History Log:</a:t>
            </a:r>
            <a:br/>
            <a:r>
              <a:t>  Records doctor name, patient name, timestamp, and action performed.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PRIVACY, HIPAA COMPLIANCE &amp; SECURITY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Consent-Gated Data Security &amp; Audit Architecture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Step 1: Patient ID Exchange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Patient shares unique Patient ID (MED-P-7K92X) with attending physician or hospital clinic.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Step 2: Doctor Access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Doctor inputs ID in Doctor Hub. System checks authorization and triggers an explicit consent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Step 3: Patient Consent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Patient dashboard displays instant consent prompt with Doctor details; patient Approves or Rejects.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Step 4: Audit &amp; Record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Upon approval, medical records unlock; access action is stamped permanently in the immutable audit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REAL-TIME LOCATION SERVICES &amp;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Nearby Doctors &amp; Google Maps Geolocation Radar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Geolocation &amp; Places API (New)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Browser Geolocation API:</a:t>
            </a:r>
            <a:br/>
            <a:r>
              <a:t>  navigator.geolocation automatically detects patient coordinates (Latitude &amp; Longitude) on page load with permission handling.</a:t>
            </a:r>
            <a:br/>
            <a:br/>
            <a:r>
              <a:t>• Multi-Tier Distance Radii:</a:t>
            </a:r>
            <a:br/>
            <a:r>
              <a:t>  Filters nearby doctors across 3 km, 5 km, 10 km, and 20 km search boundaries.</a:t>
            </a:r>
            <a:br/>
            <a:br/>
            <a:r>
              <a:t>• Specialist Search &amp; Filtering:</a:t>
            </a:r>
            <a:br/>
            <a:r>
              <a:t>  Query by General Physician, Cardiologist, Dermatologist, Pediatrician, and multi-specialty clinics.</a:t>
            </a:r>
            <a:br/>
            <a:br/>
            <a:r>
              <a:t>• Accurate Haversine Distance Calculation:</a:t>
            </a:r>
            <a:br/>
            <a:r>
              <a:t>  Computes real distance sorted nearest-first.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Interactive Maps &amp; Turn-by-Turn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Interactive Vector Map:</a:t>
            </a:r>
            <a:br/>
            <a:r>
              <a:t>  Custom location markers for 'Your Location' and nearby clinic markers with rating stars and address cards.</a:t>
            </a:r>
            <a:br/>
            <a:br/>
            <a:r>
              <a:t>• Direct Google Maps Directions:</a:t>
            </a:r>
            <a:br/>
            <a:r>
              <a:t>  'Get Directions' button generates real route URLs with exact patient origin coordinates and doctor clinic destination.</a:t>
            </a:r>
            <a:br/>
            <a:br/>
            <a:r>
              <a:t>• Multimodal Transit Support:</a:t>
            </a:r>
            <a:br/>
            <a:r>
              <a:t>  Driving, walking, and public transit navigation routes.</a:t>
            </a:r>
            <a:br/>
            <a:br/>
            <a:r>
              <a:t>• Instant Appointment Handshake:</a:t>
            </a:r>
            <a:br/>
            <a:r>
              <a:t>  'Book Appointment' button directly pre-fills the doctor into the scheduling modal.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ARTIFICIAL INTELLIGENCE &amp;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Multimodal AI Assistant &amp; Voice Interface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Conversational Clinical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Assists patients with dosage timings, general medication guidance, food interactions, and health FAQ answers.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Speech-to-Text (STT)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Web Speech API microphone recognition allows hands-free voice inquiries for elderly or motor-impaired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Text-to-Speech (TTS)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SpeechSynthesis natural voice readout speaks answers aloud with real-time waveform visualizer and audio mute toggle.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Clinical Safety Disclaimers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Guardrails embedded ensuring AI advice is strictly informative and always directs critical symptoms to attending doctors.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DATA MODELING &amp; INTEGRITY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Relational Database Schema &amp; Entity Relationships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users &amp;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uuid (PK), email, password_hash, full_name, role (patient/doctor), patient_id (Unique indexed), blood_group, city, emergency_contact.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medications &amp; 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id (PK), uuid, patient_name, medicine_name, dosage, frequency, timing, instructions, doctor_name, refills_remaining,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doctor_patient_access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id (PK), doctor_name, patient_id, status (approved/pending/rejected), requested_at, approved_at, permissions_granted.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audit_logs &amp;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id (PK), doctor_name, patient_id, action, timestamp, ip_address, status. Messages: id, sender, recipient, message, timestamp, is_read.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SOFTWARE ENGINEERING &amp; TESTING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Implementation Highlights &amp; Performance Metrics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Calibri"/>
              </a:defRPr>
            </a:pPr>
            <a:r>
              <a:t>1.12s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Vite Production Build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Lightning-fast asset bundling and code splitting for desktop and mobile.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Calibri"/>
              </a:defRPr>
            </a:pPr>
            <a:r>
              <a:t>&lt; 50ms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API Response Latency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Asynchronous FastAPI endpoints delivering near-instant query throughput.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Calibri"/>
              </a:defRPr>
            </a:pPr>
            <a:r>
              <a:t>100%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Responsive Coverage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Fully responsive across widescreen desktop, tablet, and mobile displays.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Calibri"/>
              </a:defRPr>
            </a:pPr>
            <a:r>
              <a:t>Zero Leak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Consent Architecture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No medical record queryable without authenticated doctor session &amp; patient consent.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EXTENSIONS &amp; REAL-WORLD HEALTHCARE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Future Scope &amp; Project Roadmap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IoT Smart Pillbox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Hardware sensor integration (ESP32 / Raspberry Pi) detecting pill compartment opening, automatically syncing dose logs via WebSockets.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Wearable Health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Sync with Apple HealthKit, Google Health Connect, and Fitbit for real-time blood pressure, heart rate, and glucose correlation.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WebRTC Teleconsultation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Encrypted peer-to-peer video consultations allowing remote follow-ups and digital prescription issuance directly inside MedSync.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4. Pharmacy e-Refill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Automated refill dispatch to affiliated neighborhood pharmacies when medication supply drops below 3 days.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PROJECT COMPLETION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Conclusion &amp; Acknowledgements</a:t>
            </a:r>
          </a:p>
        </p:txBody>
      </p:sp>
      <p:pic>
        <p:nvPicPr>
          <p:cNvPr id="6" name="Picture 5" descr="medisync-he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MedSync: Advanced Patient–Doctor Medication Coordination System  |  Final Year MCA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Project Summary &amp;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Successfully Engineered MedSync:</a:t>
            </a:r>
            <a:br/>
            <a:r>
              <a:t>  A comprehensive Patient–Doctor Medication Coordination System bridging daily patient adherence and doctor clinical oversight.</a:t>
            </a:r>
            <a:br/>
            <a:br/>
            <a:r>
              <a:t>• Core Innovations Delivered:</a:t>
            </a:r>
            <a:br/>
            <a:r>
              <a:t>  - Unique Patient ID Pass with digital card file download.</a:t>
            </a:r>
            <a:br/>
            <a:r>
              <a:t>  - Consent-gated medical history access with immutable audit logs.</a:t>
            </a:r>
            <a:br/>
            <a:r>
              <a:t>  - Google Maps Geolocation Radar with turn-by-turn navigation.</a:t>
            </a:r>
            <a:br/>
            <a:r>
              <a:t>  - AI Health Assistant with voice synthesis accessibility.</a:t>
            </a:r>
            <a:br/>
            <a:r>
              <a:t>  - Pixel-perfect responsive healthcare UI matching design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Thank You! 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Candidate: Amrutha</a:t>
            </a:r>
            <a:br/>
            <a:r>
              <a:t>• Academic Degree: Master of Computer Applications (MCA)</a:t>
            </a:r>
            <a:br/>
            <a:r>
              <a:t>• Project Repository: MedSync Healthcare System</a:t>
            </a:r>
            <a:br/>
            <a:r>
              <a:t>• Live Demo URL: http://localhost:5173</a:t>
            </a:r>
            <a:br/>
            <a:r>
              <a:t>• Backend API: http://localhost:8000</a:t>
            </a:r>
            <a:br/>
            <a:br/>
            <a:r>
              <a:t>I sincerely thank my faculty guide, department reviewers, and project evaluators for their mentorship and valuable feedback.</a:t>
            </a:r>
            <a:br/>
            <a:br/>
            <a:r>
              <a:t>Open for Questions &amp; Demonstrations!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